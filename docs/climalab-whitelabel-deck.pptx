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634472" y="274320"/>
            <a:ext cx="1097280" cy="457200"/>
          </a:xfrm>
          <a:prstGeom prst="rect">
            <a:avLst/>
          </a:prstGeom>
          <a:noFill/>
          <a:ln w="12700">
            <a:solidFill>
              <a:srgbClr val="02C39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634472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ORGANIZACIONAL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organizaciones que crecen de manera sostenible toman decisiones sobre su gente con el mismo rigor con que toman decisiones financieras.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organización ya lo hace?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nuevo estándar de las organizaciones de alto desempeño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20040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965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en tiempo 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sobre personas respaldadas por evidencia actualizada, no por encuestas anuales que llegan tarde.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0040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Comprensión profunda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6576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promedios: entender qué dimensiones impulsan el compromiso y dónde están los focos de riesgo.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20040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81160" y="2011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Acción informada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6576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hallazgos en intervenciones concretas con criterio metodológico, no intuición.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mayoría de las organizaciones opera con una brecha de información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" cy="4572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37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típicamente existe hoy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anual de clima con metodología genérica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que llegan 6-8 semanas después del cierre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PDF estático sin capacidad de exploración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forma de vincular clima con métricas de negocio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percepción, no en patrones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737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es posible con el instrumento correcto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37744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dimensiones validadas estadísticamente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disponibles en tiempo real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 con segmentación dinámica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redes que revela dinámicas invisibles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genera narrativas e identifica drivers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plataforma diseñada para decisiones, no para reportes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capacidades que trabajan juntas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Instrumento robusto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ítems en 22 dimensiones. Confiabilidad estadística verificada por dimensión. Módulos opcionales para contextos específicos.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redes organizacionales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cómo se distribuye la percepción entre grupos. Identifica comunidades de afinidad, puentes críticos y focos de fragmentación.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4617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generados por 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257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tipos de análisis cualitativos automáticos: narrativas, drivers, alertas, perfiles de segmento, tendencias y análisis de comentarios.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3891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23760" y="4617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Exportación ejecutiva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5257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con identidad visual de tu organización, Excel completo para análisis propio, y reporte de IA listo para presentar a directivos.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lanzamiento a los resultados en días, no semanas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3444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organización, define departamentos e identidad visual. 30 minutos.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19659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892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Campaña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310896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instrumento y módulos. Agrega participantes por email o enlace anónimo.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9659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10896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encuesta corre en el navegador. Monitor en vivo cada 30 segundos.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67728" y="19659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694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Cálculo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310896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estadístico procesa resultados al cerrar. ONA e insights de IA generados automáticamente.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08008" y="19659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9556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955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09760" y="310896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vistas de resultados. Exporta DOCX ejecutivo o Excel completo para la reunión de directivos.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ilustrativo basado en aplicación real. Datos de referencia.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reveló el análisis en una organización de servicios financieros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medidos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891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analizadas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0467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de percepción identificados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10515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0040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375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el promedio ocultaba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global de clima era 3.8/5 — aparentemente aceptable. El análisis de redes reveló que dos departamentos operaban con percepciones radicalmente distintas al resto, con NMI de estabilidad de 0.87. La intervención se focalizó ahí.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10515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93776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0749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driver que nadie había identificado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4406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dimensión de Autonomía (AUT) tenía la correlación más alta con Engagement (r=0.71, p&lt;0.01). No era liderazgo ni compensación — era la capacidad de tomar decisiones propias. Cambió el foco del plan de acción.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diagnóstico completo con acompañamiento experto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entregamos una plataforma para que te las arregles solo. El instrumento siempre se acompaña de interpretación estratégica para que los datos se conviertan en decisiones.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029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94560"/>
            <a:ext cx="5029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23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Plataforma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Core (107 ítems, 22 dimensiones) o Pulso (22 ítems ancla)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opcionales: Cambio, Cliente, Digital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anónima con marca de tu organización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 con 11 vistas de resultados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estadístico: rwg, Cronbach, Pearson, eNPS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redes organizacionales (ONA)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generados por IA (6 tipos de análisis)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Exportación: DOCX ejecutivo, Excel completo, CSV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5029200" cy="40233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423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Acompañamiento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97180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campaña adaptado a tu contexto organizacional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análisis de resultados con tu equipo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estratégica: qué significan los datos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para el comité directivo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quick wins y focos de intervención</a:t>
            </a:r>
            <a:endParaRPr lang="en-US" sz="1150" dirty="0"/>
          </a:p>
          <a:p>
            <a:pPr marL="342900" indent="-342900">
              <a:lnSpc>
                <a:spcPct val="145000"/>
              </a:lnSpc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 con horizonte de 90 días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no está en los datos — está en lo que haces con ellos. Por eso cada diagnóstico incluye acompañamiento.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634472" y="274320"/>
            <a:ext cx="1097280" cy="457200"/>
          </a:xfrm>
          <a:prstGeom prst="rect">
            <a:avLst/>
          </a:prstGeom>
          <a:noFill/>
          <a:ln w="12700">
            <a:solidFill>
              <a:srgbClr val="02C39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634472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siguiente paso es simple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demo de 30 minutos es suficiente para ver el sistema con datos reales.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compromiso de contratación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reales de una organización similar a la tuya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tiempo para preguntas específicas a tu contexto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457200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Agendemos la demo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[email@tuempresa.com]  ·  [+000 0000-0000]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2026-03-08T20:16:01Z</dcterms:created>
  <dcterms:modified xsi:type="dcterms:W3CDTF">2026-03-08T20:16:01Z</dcterms:modified>
</cp:coreProperties>
</file>